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Calidad del Software e Inteligencia Artificial</a:t>
            </a:r>
          </a:p>
          <a:p>
            <a:pPr>
              <a:spcBef>
                <a:spcPts val="1200"/>
              </a:spcBef>
              <a:defRPr sz="1800">
                <a:solidFill>
                  <a:srgbClr val="10B981"/>
                </a:solidFill>
                <a:latin typeface="Arial"/>
              </a:defRPr>
            </a:pPr>
            <a:r>
              <a:t>SENA — Análisis y Desarrollo de Software (ADSO)</a:t>
            </a:r>
          </a:p>
          <a:p>
            <a:pPr>
              <a:spcBef>
                <a:spcPts val="24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Integrantes: Yedinson Ortiz Pino, William Oswaldo Luna, Alejandro Euscategui</a:t>
            </a:r>
            <a:br/>
            <a:r>
              <a:t>Ficha: 3223899 | Centro de Comercio y Servicios</a:t>
            </a:r>
            <a:br/>
            <a:r>
              <a:t>Fecha: 19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Conceptos Fundamentales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Definición y pilares de la calidad del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¿Qué es Software?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Conjunto de programas, instrucciones, reglas informáticas, datos y documentación asociada que permiten a un sistema informático ejecutar tareas específicas.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Código fuente y ejecutables</a:t>
            </a:r>
            <a:br/>
            <a:r>
              <a:t>• Configuraciones y bases de datos</a:t>
            </a:r>
            <a:br/>
            <a:r>
              <a:t>• Manuales de usuario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¿Qué es Buena Calidad?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No solo cumple las funciones para las que fue diseñado, sino que destaca en estándares técnicos y experiencia de usuario: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Seguridad y confiabilidad</a:t>
            </a:r>
            <a:br/>
            <a:r>
              <a:t>• Eficiencia y optimización de recursos</a:t>
            </a:r>
            <a:br/>
            <a:r>
              <a:t>• Usabilidad (fácil de usar)</a:t>
            </a:r>
            <a:br/>
            <a:r>
              <a:t>• Mantenibilidad en el tiempo y libre de fallos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¿Funcionar correctamente es sinónimo de calidad?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La diferencia entre que 'compile' y que sea un software robusto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000" b="1">
                <a:solidFill>
                  <a:srgbClr val="B91C1C"/>
                </a:solidFill>
                <a:latin typeface="Arial"/>
              </a:defRPr>
            </a:pPr>
            <a:r>
              <a:t>❌ El Mito</a:t>
            </a:r>
          </a:p>
          <a:p>
            <a:pPr>
              <a:spcBef>
                <a:spcPts val="1600"/>
              </a:spcBef>
              <a:defRPr sz="1500">
                <a:solidFill>
                  <a:srgbClr val="0F172A"/>
                </a:solidFill>
                <a:latin typeface="Arial"/>
              </a:defRPr>
            </a:pPr>
            <a:r>
              <a:t>"Si un programa ejecuta sus tareas principales (funcionalidad) de manera correcta, ya se considera software de calidad."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⚠️ Errores ocultos a pesar de funcionar: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Vulnerabilidades de seguridad (Inyección SQL, datos expuestos)</a:t>
            </a:r>
            <a:br/>
            <a:r>
              <a:t>• Fugas de memoria (Memory Leaks) que degradan el sistema</a:t>
            </a:r>
            <a:br/>
            <a:r>
              <a:t>• Errores lógicos en casos borde (Edge Cases)</a:t>
            </a:r>
            <a:br/>
            <a:r>
              <a:t>• Deuda técnica y código espagueti</a:t>
            </a:r>
            <a:br/>
            <a:r>
              <a:t>• Incompatibilidad de entorno o baja escalabilidad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Herramientas de Inteligencia Artificial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Asistentes modernos para optimizar el ciclo de desarrollo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GitHub Copilot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IDE (VS Code) | Gratis (Estudiantes)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Autocompletado en tiempo real mientras escribes código.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828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ChatGPT / GPT-4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Web / API | Gratis / Pago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Explicación de conceptos, solución de errores y lógica paso a paso.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828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Claude (Anthropic)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Web / Cursor | Gratis / Pago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Análisis profundo de contexto, refactorización y revisión de seguridad.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Gemini (Google)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Web / IDE | Gratis / Pago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Integración con Google, soporte multimodal y análisis de arquitectura.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114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Cursor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IDE Completo | Gratis / Pago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Editor impulsado por IA para generar y modificar proyectos completos.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114800"/>
            <a:ext cx="34290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OpenCode / Otros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Arial"/>
              </a:defRPr>
            </a:pPr>
            <a:r>
              <a:t>Plataforma: CLI / Local | Open Source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Modelos abiertos y herramientas de automatización de sintaxis.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Herramienta Recomendada para ADSO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Arial"/>
              </a:defRPr>
            </a:pPr>
            <a:r>
              <a:t>¿Por qué GitHub Copilot es la opción ideal para estudiantes?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657600" cy="4114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🏆 GitHub Copilot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La elección perfecta para los aprendices del programa Análisis y Desarrollo de Software (SENA).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828800"/>
            <a:ext cx="67665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5 Argumentos Clave: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1. Integración directa en VS Code (sin cambiar de ventana).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2. Gratis para estudiantes mediante el GitHub Student Developer Pack.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3. Soporte total para tecnologías SENA: PHP, Laravel, JS, HTML, CSS, SQL.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4. Facilita la documentación y creación de pruebas unitarias.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5. Fomenta el aprendizaje crítico al obligar a leer y verificar el código sugerido.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